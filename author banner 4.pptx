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304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0B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14" y="11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34989-CF4C-CA2B-AC29-D4F585C2FD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6EDC8D-5C5D-04A5-E090-315C0E95AB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368B5-655F-2AD5-6DB7-3821E86FE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85C39-59DC-4956-B8CF-295278DD2899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F9C12-E80D-385C-1786-11E2D11CD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DBAA6-03F7-2120-9C4C-855E00439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6E325-05CA-45D8-9253-41ACE97B2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790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95AB5-CD4F-D54E-57F1-F4FC984F2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6BED5-E2FC-CD69-6850-0DA481A50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6225E-2152-6A7D-0423-16CA3951E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85C39-59DC-4956-B8CF-295278DD2899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03CF1-449B-DFF1-7969-FBFF533DC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0B10C-9B1D-5AF7-9F70-4753E4CD3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6E325-05CA-45D8-9253-41ACE97B2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866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02D04-2158-2B82-34DF-EFDB5877D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347AB-80F9-6513-87FD-A2524A663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81A5D-24D9-14B6-3D15-A864DDB16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85C39-59DC-4956-B8CF-295278DD2899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F913C-41DB-C695-AF3E-F12D2D4CA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97FFA-F0EF-9741-CDF3-0D142098C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6E325-05CA-45D8-9253-41ACE97B2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966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DACAF-6C1E-B862-F400-8D1D700B1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E9770-6FC3-C7B2-589E-C3A5C049F2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2405A0-4520-9473-59F6-3749EA7CA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BA8325-C02F-1F09-C098-8EE6FC9EF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85C39-59DC-4956-B8CF-295278DD2899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6F4CD6-43DA-6A92-0161-D053436D1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0F32BB-C0F6-3992-CCB1-9FFE9EBD9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6E325-05CA-45D8-9253-41ACE97B2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664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FDD05-EC5D-70AE-89F0-3C7B1DC73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F5DAD-FAF5-311A-F7C9-B72153A6B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C7691E-BBED-9581-B349-7AB6877B4F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561A85-262C-9150-784A-0CA1FA7B61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BAC551-2183-D91C-6C59-7BF36B9D43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DEC37B-86DA-5B63-AE11-8155D42C3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85C39-59DC-4956-B8CF-295278DD2899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D60B42-E75D-6B6D-8E33-D0C73FB17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92985D-14D3-0369-05B1-5987CF7AC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6E325-05CA-45D8-9253-41ACE97B2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85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44423-F438-B8B7-07BD-18A07C992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3FA662-E0B3-C820-128D-D641E5957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85C39-59DC-4956-B8CF-295278DD2899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1C385-7DFF-03DD-7C17-77233B2F4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563332-0719-ADB0-4746-62ACAB199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6E325-05CA-45D8-9253-41ACE97B2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05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1D928A-23FF-ECD3-9C75-152AA9F5C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85C39-59DC-4956-B8CF-295278DD2899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A9AF5A-E095-0306-5B36-AA95C5B8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D30AE2-CF4D-6272-6009-F04D06A9D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6E325-05CA-45D8-9253-41ACE97B2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426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5FBAC-663E-D87B-84D9-71D8C03E9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F569F-1651-5164-B101-ED45A4FD9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1F89B2-5122-2E19-60C0-BC5B06B86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79FD9-0425-DDBC-9EE2-217EA6FA7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85C39-59DC-4956-B8CF-295278DD2899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2EEC1D-4624-C004-95C1-6861C4829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3D0C5-19F2-F67B-9C12-26799A901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6E325-05CA-45D8-9253-41ACE97B2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114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DA41D-EFF2-5D5C-A431-F0BF5B363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A390A2-9853-1F82-32CF-A384D53C72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E352A7-C9A3-E7CE-8023-3BD3ACDBDE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8D2CA3-918D-7EF4-3B90-65F4EAD1E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85C39-59DC-4956-B8CF-295278DD2899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D63D15-E850-B6E5-1EF7-2FD42D3A1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B23CD0-18CE-FF21-9C98-83374CF14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6E325-05CA-45D8-9253-41ACE97B2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010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D572C-449F-26EE-163A-C704DA65A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845070-B735-5825-6EA8-973DA6D2B0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80613-01AB-5AD7-157B-AA795D286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85C39-59DC-4956-B8CF-295278DD2899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4F495-CDAA-C199-D6BD-62A039BC3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C97FA-9491-E86A-FA2B-F162E2032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6E325-05CA-45D8-9253-41ACE97B2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946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593B86-FA61-D7FB-6EC6-743E28B385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0646CD-049B-C4FA-6E24-EA21D6B571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066B0-DF0F-D9A0-9BCC-3DA93C3F3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85C39-59DC-4956-B8CF-295278DD2899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35C71-5E22-4BC7-5D6D-09CACAB4E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C51E7-57A1-482E-49C6-4439478AF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6E325-05CA-45D8-9253-41ACE97B2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915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064207-9F2F-8B44-4579-D570F451B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8F2E2-26C0-C523-FB89-A32025F80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0059D-8A35-1845-35E5-93261E29E9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D85C39-59DC-4956-B8CF-295278DD2899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E509F-785F-C37B-AE37-58DD320F0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F08F2-9515-D101-2C60-91352E6BA5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26E325-05CA-45D8-9253-41ACE97B2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147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B425C24-721E-DAD7-784D-87F52675A8AC}"/>
              </a:ext>
            </a:extLst>
          </p:cNvPr>
          <p:cNvSpPr/>
          <p:nvPr/>
        </p:nvSpPr>
        <p:spPr>
          <a:xfrm>
            <a:off x="573932" y="2336604"/>
            <a:ext cx="11128441" cy="452778"/>
          </a:xfrm>
          <a:prstGeom prst="rect">
            <a:avLst/>
          </a:prstGeom>
          <a:solidFill>
            <a:srgbClr val="0B0B0B"/>
          </a:solidFill>
          <a:ln>
            <a:solidFill>
              <a:srgbClr val="0B0B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OWN YOUR TAXES&#10;&#10;AI-generated content may be incorrect.">
            <a:extLst>
              <a:ext uri="{FF2B5EF4-FFF2-40B4-BE49-F238E27FC236}">
                <a16:creationId xmlns:a16="http://schemas.microsoft.com/office/drawing/2014/main" id="{F18F8F9E-E025-19E6-4949-5DCB18A095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04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332FE65-1880-19FC-BDD1-7123F37CCC37}"/>
              </a:ext>
            </a:extLst>
          </p:cNvPr>
          <p:cNvSpPr txBox="1"/>
          <p:nvPr/>
        </p:nvSpPr>
        <p:spPr>
          <a:xfrm>
            <a:off x="1" y="2420050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Bahnschrift SemiBold" panose="020B0502040204020203" pitchFamily="34" charset="0"/>
              </a:rPr>
              <a:t>Tax Education Made Simple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4227C1-7517-C5DD-D9F9-26218C5230D0}"/>
              </a:ext>
            </a:extLst>
          </p:cNvPr>
          <p:cNvSpPr/>
          <p:nvPr/>
        </p:nvSpPr>
        <p:spPr>
          <a:xfrm>
            <a:off x="4200041" y="2420050"/>
            <a:ext cx="3789335" cy="53237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102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4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Bahnschrift SemiBold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Bryan OConnor</dc:creator>
  <cp:lastModifiedBy>Bryan OConnor</cp:lastModifiedBy>
  <cp:revision>3</cp:revision>
  <dcterms:created xsi:type="dcterms:W3CDTF">2026-07-03T01:32:18Z</dcterms:created>
  <dcterms:modified xsi:type="dcterms:W3CDTF">2026-07-05T03:11:48Z</dcterms:modified>
</cp:coreProperties>
</file>